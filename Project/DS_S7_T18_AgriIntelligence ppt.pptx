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906" r:id="rId9"/>
    <p:sldId id="905" r:id="rId10"/>
    <p:sldId id="259" r:id="rId11"/>
    <p:sldId id="260" r:id="rId12"/>
    <p:sldId id="9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CB4A0-7E7F-4357-8517-7BFFB3CED8F4}" v="30" dt="2026-09-20T04:38:47.7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ethana ganta" userId="c7786f2083535dee" providerId="LiveId" clId="{29500FE1-9FCC-4AEA-839A-4E7D98CCD835}"/>
    <pc:docChg chg="undo custSel addSld modSld sldOrd">
      <pc:chgData name="khethana ganta" userId="c7786f2083535dee" providerId="LiveId" clId="{29500FE1-9FCC-4AEA-839A-4E7D98CCD835}" dt="2026-09-20T05:47:53.927" v="165" actId="1076"/>
      <pc:docMkLst>
        <pc:docMk/>
      </pc:docMkLst>
      <pc:sldChg chg="addSp modSp mod">
        <pc:chgData name="khethana ganta" userId="c7786f2083535dee" providerId="LiveId" clId="{29500FE1-9FCC-4AEA-839A-4E7D98CCD835}" dt="2026-09-20T05:47:02.923" v="154" actId="14100"/>
        <pc:sldMkLst>
          <pc:docMk/>
          <pc:sldMk cId="1843937772" sldId="257"/>
        </pc:sldMkLst>
        <pc:spChg chg="add mod">
          <ac:chgData name="khethana ganta" userId="c7786f2083535dee" providerId="LiveId" clId="{29500FE1-9FCC-4AEA-839A-4E7D98CCD835}" dt="2026-09-20T05:47:02.923" v="154" actId="14100"/>
          <ac:spMkLst>
            <pc:docMk/>
            <pc:sldMk cId="1843937772" sldId="257"/>
            <ac:spMk id="4" creationId="{73489828-9522-82C5-C34E-406B076F2E67}"/>
          </ac:spMkLst>
        </pc:spChg>
      </pc:sldChg>
      <pc:sldChg chg="addSp delSp modSp mod">
        <pc:chgData name="khethana ganta" userId="c7786f2083535dee" providerId="LiveId" clId="{29500FE1-9FCC-4AEA-839A-4E7D98CCD835}" dt="2026-09-20T05:47:15.320" v="157" actId="22"/>
        <pc:sldMkLst>
          <pc:docMk/>
          <pc:sldMk cId="2065876014" sldId="258"/>
        </pc:sldMkLst>
        <pc:spChg chg="mod">
          <ac:chgData name="khethana ganta" userId="c7786f2083535dee" providerId="LiveId" clId="{29500FE1-9FCC-4AEA-839A-4E7D98CCD835}" dt="2026-09-20T04:38:51.383" v="122" actId="1076"/>
          <ac:spMkLst>
            <pc:docMk/>
            <pc:sldMk cId="2065876014" sldId="258"/>
            <ac:spMk id="5" creationId="{C00062CA-E93E-DFB0-5A22-1412AB9A6752}"/>
          </ac:spMkLst>
        </pc:spChg>
        <pc:spChg chg="add">
          <ac:chgData name="khethana ganta" userId="c7786f2083535dee" providerId="LiveId" clId="{29500FE1-9FCC-4AEA-839A-4E7D98CCD835}" dt="2026-09-20T05:47:15.320" v="157" actId="22"/>
          <ac:spMkLst>
            <pc:docMk/>
            <pc:sldMk cId="2065876014" sldId="258"/>
            <ac:spMk id="15" creationId="{5FC011F5-225D-6FA3-B6C1-7133BE62743C}"/>
          </ac:spMkLst>
        </pc:spChg>
        <pc:spChg chg="mod">
          <ac:chgData name="khethana ganta" userId="c7786f2083535dee" providerId="LiveId" clId="{29500FE1-9FCC-4AEA-839A-4E7D98CCD835}" dt="2026-09-20T04:33:52.141" v="74" actId="1076"/>
          <ac:spMkLst>
            <pc:docMk/>
            <pc:sldMk cId="2065876014" sldId="258"/>
            <ac:spMk id="90" creationId="{00000000-0000-0000-0000-000000000000}"/>
          </ac:spMkLst>
        </pc:spChg>
        <pc:graphicFrameChg chg="add mod modGraphic">
          <ac:chgData name="khethana ganta" userId="c7786f2083535dee" providerId="LiveId" clId="{29500FE1-9FCC-4AEA-839A-4E7D98CCD835}" dt="2026-09-20T04:39:03.758" v="124" actId="2711"/>
          <ac:graphicFrameMkLst>
            <pc:docMk/>
            <pc:sldMk cId="2065876014" sldId="258"/>
            <ac:graphicFrameMk id="2" creationId="{4396BEA0-137C-BFD8-424C-9569E62FD8F6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4" creationId="{A7109451-3346-9AA6-55FE-9F559D7C6E33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6" creationId="{F436F715-1CBC-3697-9900-5C15AE9CEC26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7" creationId="{7D560A69-C194-D1BE-1DE6-DF8BDE6AFB5F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8" creationId="{4AB6B971-9473-B6BD-743F-DEF925487CC7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9" creationId="{C959F5BD-3669-F17A-BCFE-653F79324829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10" creationId="{5D3B4060-97F2-CEFF-2CCB-B7AFB3BFF178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11" creationId="{04D9AA37-2D67-224F-2264-542862BBE386}"/>
          </ac:graphicFrameMkLst>
        </pc:graphicFrameChg>
        <pc:graphicFrameChg chg="add del mod">
          <ac:chgData name="khethana ganta" userId="c7786f2083535dee" providerId="LiveId" clId="{29500FE1-9FCC-4AEA-839A-4E7D98CCD835}" dt="2026-09-20T04:34:59.246" v="86" actId="478"/>
          <ac:graphicFrameMkLst>
            <pc:docMk/>
            <pc:sldMk cId="2065876014" sldId="258"/>
            <ac:graphicFrameMk id="12" creationId="{CEF9EA10-891A-1289-847B-D58B09CF9424}"/>
          </ac:graphicFrameMkLst>
        </pc:graphicFrameChg>
        <pc:graphicFrameChg chg="add del mod modGraphic">
          <ac:chgData name="khethana ganta" userId="c7786f2083535dee" providerId="LiveId" clId="{29500FE1-9FCC-4AEA-839A-4E7D98CCD835}" dt="2026-09-20T04:37:33.502" v="113" actId="478"/>
          <ac:graphicFrameMkLst>
            <pc:docMk/>
            <pc:sldMk cId="2065876014" sldId="258"/>
            <ac:graphicFrameMk id="13" creationId="{50B32C29-2C26-54BB-29C7-A0CDDD8745AF}"/>
          </ac:graphicFrameMkLst>
        </pc:graphicFrameChg>
      </pc:sldChg>
      <pc:sldChg chg="addSp mod">
        <pc:chgData name="khethana ganta" userId="c7786f2083535dee" providerId="LiveId" clId="{29500FE1-9FCC-4AEA-839A-4E7D98CCD835}" dt="2026-09-20T05:47:20.679" v="159" actId="22"/>
        <pc:sldMkLst>
          <pc:docMk/>
          <pc:sldMk cId="3524135319" sldId="259"/>
        </pc:sldMkLst>
        <pc:spChg chg="add">
          <ac:chgData name="khethana ganta" userId="c7786f2083535dee" providerId="LiveId" clId="{29500FE1-9FCC-4AEA-839A-4E7D98CCD835}" dt="2026-09-20T05:47:20.679" v="159" actId="22"/>
          <ac:spMkLst>
            <pc:docMk/>
            <pc:sldMk cId="3524135319" sldId="259"/>
            <ac:spMk id="4" creationId="{E8EF2374-EE84-C6C8-96F3-38F8378C85C5}"/>
          </ac:spMkLst>
        </pc:spChg>
      </pc:sldChg>
      <pc:sldChg chg="addSp modSp mod">
        <pc:chgData name="khethana ganta" userId="c7786f2083535dee" providerId="LiveId" clId="{29500FE1-9FCC-4AEA-839A-4E7D98CCD835}" dt="2026-09-20T05:47:27.410" v="161" actId="1076"/>
        <pc:sldMkLst>
          <pc:docMk/>
          <pc:sldMk cId="4118855268" sldId="260"/>
        </pc:sldMkLst>
        <pc:spChg chg="mod">
          <ac:chgData name="khethana ganta" userId="c7786f2083535dee" providerId="LiveId" clId="{29500FE1-9FCC-4AEA-839A-4E7D98CCD835}" dt="2026-09-18T03:31:39.100" v="39" actId="20577"/>
          <ac:spMkLst>
            <pc:docMk/>
            <pc:sldMk cId="4118855268" sldId="260"/>
            <ac:spMk id="2" creationId="{3F0303AA-CEE8-2513-1736-59CB3A5EF8E4}"/>
          </ac:spMkLst>
        </pc:spChg>
        <pc:spChg chg="add mod">
          <ac:chgData name="khethana ganta" userId="c7786f2083535dee" providerId="LiveId" clId="{29500FE1-9FCC-4AEA-839A-4E7D98CCD835}" dt="2026-09-20T05:47:27.410" v="161" actId="1076"/>
          <ac:spMkLst>
            <pc:docMk/>
            <pc:sldMk cId="4118855268" sldId="260"/>
            <ac:spMk id="6" creationId="{14B80EFD-04E9-F043-7C2E-220D9A661D19}"/>
          </ac:spMkLst>
        </pc:spChg>
      </pc:sldChg>
      <pc:sldChg chg="delSp modSp mod">
        <pc:chgData name="khethana ganta" userId="c7786f2083535dee" providerId="LiveId" clId="{29500FE1-9FCC-4AEA-839A-4E7D98CCD835}" dt="2026-09-20T05:46:01.961" v="151" actId="20577"/>
        <pc:sldMkLst>
          <pc:docMk/>
          <pc:sldMk cId="2247602601" sldId="262"/>
        </pc:sldMkLst>
        <pc:spChg chg="mod">
          <ac:chgData name="khethana ganta" userId="c7786f2083535dee" providerId="LiveId" clId="{29500FE1-9FCC-4AEA-839A-4E7D98CCD835}" dt="2026-09-18T03:27:22.011" v="31" actId="20577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khethana ganta" userId="c7786f2083535dee" providerId="LiveId" clId="{29500FE1-9FCC-4AEA-839A-4E7D98CCD835}" dt="2026-09-20T05:46:01.961" v="151" actId="20577"/>
          <ac:spMkLst>
            <pc:docMk/>
            <pc:sldMk cId="2247602601" sldId="262"/>
            <ac:spMk id="17" creationId="{D25BC1A0-FDE4-1557-375E-6E0BD69BC77B}"/>
          </ac:spMkLst>
        </pc:spChg>
        <pc:spChg chg="mod">
          <ac:chgData name="khethana ganta" userId="c7786f2083535dee" providerId="LiveId" clId="{29500FE1-9FCC-4AEA-839A-4E7D98CCD835}" dt="2026-09-18T03:27:32.464" v="38" actId="20577"/>
          <ac:spMkLst>
            <pc:docMk/>
            <pc:sldMk cId="2247602601" sldId="262"/>
            <ac:spMk id="35" creationId="{8FB49AA0-2464-6225-6B6C-063F9A6ECD20}"/>
          </ac:spMkLst>
        </pc:spChg>
        <pc:graphicFrameChg chg="modGraphic">
          <ac:chgData name="khethana ganta" userId="c7786f2083535dee" providerId="LiveId" clId="{29500FE1-9FCC-4AEA-839A-4E7D98CCD835}" dt="2026-09-20T04:31:41.983" v="67" actId="113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modSp mod">
        <pc:chgData name="khethana ganta" userId="c7786f2083535dee" providerId="LiveId" clId="{29500FE1-9FCC-4AEA-839A-4E7D98CCD835}" dt="2026-09-20T05:47:53.927" v="165" actId="1076"/>
        <pc:sldMkLst>
          <pc:docMk/>
          <pc:sldMk cId="3029277067" sldId="902"/>
        </pc:sldMkLst>
        <pc:graphicFrameChg chg="mod">
          <ac:chgData name="khethana ganta" userId="c7786f2083535dee" providerId="LiveId" clId="{29500FE1-9FCC-4AEA-839A-4E7D98CCD835}" dt="2026-09-20T05:47:53.927" v="165" actId="1076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addSp mod">
        <pc:chgData name="khethana ganta" userId="c7786f2083535dee" providerId="LiveId" clId="{29500FE1-9FCC-4AEA-839A-4E7D98CCD835}" dt="2026-09-20T05:47:07.389" v="155" actId="22"/>
        <pc:sldMkLst>
          <pc:docMk/>
          <pc:sldMk cId="3917782940" sldId="903"/>
        </pc:sldMkLst>
        <pc:spChg chg="add">
          <ac:chgData name="khethana ganta" userId="c7786f2083535dee" providerId="LiveId" clId="{29500FE1-9FCC-4AEA-839A-4E7D98CCD835}" dt="2026-09-20T05:47:07.389" v="155" actId="22"/>
          <ac:spMkLst>
            <pc:docMk/>
            <pc:sldMk cId="3917782940" sldId="903"/>
            <ac:spMk id="4" creationId="{C01E5C60-2FAF-D0E1-4FCF-8F6FA1B3C94B}"/>
          </ac:spMkLst>
        </pc:spChg>
      </pc:sldChg>
      <pc:sldChg chg="addSp mod">
        <pc:chgData name="khethana ganta" userId="c7786f2083535dee" providerId="LiveId" clId="{29500FE1-9FCC-4AEA-839A-4E7D98CCD835}" dt="2026-09-20T05:47:30.507" v="162" actId="22"/>
        <pc:sldMkLst>
          <pc:docMk/>
          <pc:sldMk cId="190632371" sldId="904"/>
        </pc:sldMkLst>
        <pc:spChg chg="add">
          <ac:chgData name="khethana ganta" userId="c7786f2083535dee" providerId="LiveId" clId="{29500FE1-9FCC-4AEA-839A-4E7D98CCD835}" dt="2026-09-20T05:47:30.507" v="162" actId="22"/>
          <ac:spMkLst>
            <pc:docMk/>
            <pc:sldMk cId="190632371" sldId="904"/>
            <ac:spMk id="5" creationId="{247412EC-5B19-9A42-7003-2445F3111BAF}"/>
          </ac:spMkLst>
        </pc:spChg>
      </pc:sldChg>
      <pc:sldChg chg="addSp modSp mod">
        <pc:chgData name="khethana ganta" userId="c7786f2083535dee" providerId="LiveId" clId="{29500FE1-9FCC-4AEA-839A-4E7D98CCD835}" dt="2026-09-20T05:47:18.158" v="158" actId="22"/>
        <pc:sldMkLst>
          <pc:docMk/>
          <pc:sldMk cId="1257383918" sldId="905"/>
        </pc:sldMkLst>
        <pc:spChg chg="mod">
          <ac:chgData name="khethana ganta" userId="c7786f2083535dee" providerId="LiveId" clId="{29500FE1-9FCC-4AEA-839A-4E7D98CCD835}" dt="2026-09-20T04:39:30.856" v="126" actId="1076"/>
          <ac:spMkLst>
            <pc:docMk/>
            <pc:sldMk cId="1257383918" sldId="905"/>
            <ac:spMk id="2" creationId="{8ED6AA50-640A-0DB3-F279-0706F6C7C3BD}"/>
          </ac:spMkLst>
        </pc:spChg>
        <pc:spChg chg="add mod">
          <ac:chgData name="khethana ganta" userId="c7786f2083535dee" providerId="LiveId" clId="{29500FE1-9FCC-4AEA-839A-4E7D98CCD835}" dt="2026-09-20T04:40:03.146" v="135" actId="1076"/>
          <ac:spMkLst>
            <pc:docMk/>
            <pc:sldMk cId="1257383918" sldId="905"/>
            <ac:spMk id="6" creationId="{B23FF271-A2C5-36A7-00C5-6930C416F3E7}"/>
          </ac:spMkLst>
        </pc:spChg>
        <pc:spChg chg="add">
          <ac:chgData name="khethana ganta" userId="c7786f2083535dee" providerId="LiveId" clId="{29500FE1-9FCC-4AEA-839A-4E7D98CCD835}" dt="2026-09-20T05:47:18.158" v="158" actId="22"/>
          <ac:spMkLst>
            <pc:docMk/>
            <pc:sldMk cId="1257383918" sldId="905"/>
            <ac:spMk id="8" creationId="{72B2C984-FE37-384B-89E5-9C6E3C22B2D6}"/>
          </ac:spMkLst>
        </pc:spChg>
      </pc:sldChg>
      <pc:sldChg chg="addSp delSp modSp new mod ord">
        <pc:chgData name="khethana ganta" userId="c7786f2083535dee" providerId="LiveId" clId="{29500FE1-9FCC-4AEA-839A-4E7D98CCD835}" dt="2026-09-20T05:47:41.123" v="164"/>
        <pc:sldMkLst>
          <pc:docMk/>
          <pc:sldMk cId="837794800" sldId="906"/>
        </pc:sldMkLst>
        <pc:spChg chg="mod">
          <ac:chgData name="khethana ganta" userId="c7786f2083535dee" providerId="LiveId" clId="{29500FE1-9FCC-4AEA-839A-4E7D98CCD835}" dt="2026-09-20T05:45:50.950" v="149" actId="20577"/>
          <ac:spMkLst>
            <pc:docMk/>
            <pc:sldMk cId="837794800" sldId="906"/>
            <ac:spMk id="2" creationId="{8FFFEB34-F86A-BCD0-EA86-D5ADA3D9BA63}"/>
          </ac:spMkLst>
        </pc:spChg>
        <pc:spChg chg="add">
          <ac:chgData name="khethana ganta" userId="c7786f2083535dee" providerId="LiveId" clId="{29500FE1-9FCC-4AEA-839A-4E7D98CCD835}" dt="2026-09-20T05:47:11.969" v="156" actId="22"/>
          <ac:spMkLst>
            <pc:docMk/>
            <pc:sldMk cId="837794800" sldId="906"/>
            <ac:spMk id="7" creationId="{6238F5E3-DBAC-FC74-C2A9-F93349099362}"/>
          </ac:spMkLst>
        </pc:spChg>
        <pc:picChg chg="add del mod">
          <ac:chgData name="khethana ganta" userId="c7786f2083535dee" providerId="LiveId" clId="{29500FE1-9FCC-4AEA-839A-4E7D98CCD835}" dt="2026-09-20T05:45:30.204" v="136" actId="478"/>
          <ac:picMkLst>
            <pc:docMk/>
            <pc:sldMk cId="837794800" sldId="906"/>
            <ac:picMk id="4" creationId="{95CC513F-F923-6801-A202-6091E2C426CF}"/>
          </ac:picMkLst>
        </pc:picChg>
        <pc:picChg chg="add mod">
          <ac:chgData name="khethana ganta" userId="c7786f2083535dee" providerId="LiveId" clId="{29500FE1-9FCC-4AEA-839A-4E7D98CCD835}" dt="2026-09-20T05:45:43.404" v="141" actId="14100"/>
          <ac:picMkLst>
            <pc:docMk/>
            <pc:sldMk cId="837794800" sldId="906"/>
            <ac:picMk id="5" creationId="{9D9A6B9A-1DBC-B2A8-4F3D-3CDD5D6D3D1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894944" y="2991885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8/09/2026 &amp; 8:00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557016"/>
              </p:ext>
            </p:extLst>
          </p:nvPr>
        </p:nvGraphicFramePr>
        <p:xfrm>
          <a:off x="8464491" y="4898509"/>
          <a:ext cx="3254929" cy="94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5492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597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 Kamal  - 2420030290</a:t>
                      </a:r>
                      <a:b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 Chandra - 2420030291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 Khethana - 2420030461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349371" y="4703012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378228"/>
              </p:ext>
            </p:extLst>
          </p:nvPr>
        </p:nvGraphicFramePr>
        <p:xfrm>
          <a:off x="-795813" y="4774125"/>
          <a:ext cx="5902325" cy="1432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</a:t>
                      </a:r>
                      <a:r>
                        <a:rPr lang="en-IN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Bonagani</a:t>
                      </a:r>
                      <a:r>
                        <a:rPr lang="en-IN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Prathusha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Assistant Professor,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 – An End-to-End Crop, Weather &amp; Market Analytics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1996077"/>
            <a:ext cx="107156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- (24AD3107)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2931551" y="253249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822960" y="1350000"/>
            <a:ext cx="106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highly dependent on crop conditions, weather patterns, and market prices, but this information is often available in separate datasets and is difficult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together. Farmers and agricultural stakeholders may struggle to identify suitable crop conditions, estimate expected yield, understand weather-related impacts, and track changing market prices.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address this problem by developing an end-to-end data analytics platform that integrates crop, weather, and agricultural market data. The system performs data preprocessing, exploratory analysis, visualization, and machine-learning-based crop yield prediction to generate meaningful insights.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helps users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agricultural data, predict crop yield, understand market price trends, and support data-driven agricultural decision-making through a simple interactive interface.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89828-9522-82C5-C34E-406B076F2E67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822960" y="1350000"/>
            <a:ext cx="106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integrate crop, weather, and agricultural market datasets into a single platform.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agricultural data by handling missing values, duplicates, inconsistent formats, and invalid records.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crop and weather patterns to identify factors that influence crop production and yield.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crop yield based on relevant agricultural and environmental factors.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prices to understand commodity price variations and trends across markets.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interactive visualizations such as charts and graphs for easy interpretation of agricultural data.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easy-to-use dashboard that presents predictions, market insights, and analytical results in one place.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decision-making by converting agricultural data into meaningful and actionable insights.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1E5C60-2FAF-D0E1-4FCF-8F6FA1B3C94B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135342"/>
              </p:ext>
            </p:extLst>
          </p:nvPr>
        </p:nvGraphicFramePr>
        <p:xfrm>
          <a:off x="274646" y="1016371"/>
          <a:ext cx="11642705" cy="49461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26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7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Thomas van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Klompenburg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Yield Prediction Using Machine Learning: A Systematic Literature Review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using weather, soil and crop data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and soil factors are important for predicting crop yield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diverse datasets and better models can improve predictions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136319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Elavarasan et 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Forecasting Yield by Integrating Agrarian Factors and Machine Learning Models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combining agricultural and climate factors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Combining multiple agricultural factors improves yield forecasting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environmental and regional factors can be included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49972"/>
                  </a:ext>
                </a:extLst>
              </a:tr>
              <a:tr h="11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R. Prasad et 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Weather-Based Statistical and Neural Network Tools for Forecasting Rice Yields in Major Growing Districts of Karnataka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data + statistical and ANN models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information can be effectively used to forecast crop yield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is focused mainly on rice and specific districts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23117"/>
                  </a:ext>
                </a:extLst>
              </a:tr>
              <a:tr h="110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Payal Mahajan et al.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Forecasting Agricultural Commodity Prices Using Machine Learning Models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models using historical agricultural market prices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can identify patterns in commodity prices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Weather, production and other external factors can be integrated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2878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151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795999" y="1551962"/>
            <a:ext cx="10600000" cy="483179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96BEA0-137C-BFD8-424C-9569E62FD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32055"/>
              </p:ext>
            </p:extLst>
          </p:nvPr>
        </p:nvGraphicFramePr>
        <p:xfrm>
          <a:off x="795999" y="1132513"/>
          <a:ext cx="1075564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4">
                  <a:extLst>
                    <a:ext uri="{9D8B030D-6E8A-4147-A177-3AD203B41FA5}">
                      <a16:colId xmlns:a16="http://schemas.microsoft.com/office/drawing/2014/main" val="1230081849"/>
                    </a:ext>
                  </a:extLst>
                </a:gridCol>
                <a:gridCol w="3585214">
                  <a:extLst>
                    <a:ext uri="{9D8B030D-6E8A-4147-A177-3AD203B41FA5}">
                      <a16:colId xmlns:a16="http://schemas.microsoft.com/office/drawing/2014/main" val="1605826470"/>
                    </a:ext>
                  </a:extLst>
                </a:gridCol>
                <a:gridCol w="3585214">
                  <a:extLst>
                    <a:ext uri="{9D8B030D-6E8A-4147-A177-3AD203B41FA5}">
                      <a16:colId xmlns:a16="http://schemas.microsoft.com/office/drawing/2014/main" val="108874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40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crop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information is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independently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crop analytics in one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50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yield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Time-consuming and less data-driven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yield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76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data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separately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relate weather with crop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rainfall and temperature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prediction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24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market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trends are not connected with crop insights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agricultural market analytics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543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Raw agricultural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interpret large 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and visualization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99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reports and 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user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an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135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Single-purpose agricultural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need multiple systems for different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crop, weather, agricultural factors, yield prediction and market analytics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5382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FC011F5-225D-6FA3-B6C1-7133BE62743C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EB34-F86A-BCD0-EA86-D5ADA3D9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312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A6B9A-1DBC-B2A8-4F3D-3CDD5D6D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56" y="891177"/>
            <a:ext cx="4814802" cy="59668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8F5E3-DBAC-FC74-C2A9-F93349099362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79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D6AA50-640A-0DB3-F279-0706F6C7C3BD}"/>
              </a:ext>
            </a:extLst>
          </p:cNvPr>
          <p:cNvSpPr txBox="1"/>
          <p:nvPr/>
        </p:nvSpPr>
        <p:spPr>
          <a:xfrm>
            <a:off x="510330" y="1004242"/>
            <a:ext cx="5585670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Development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programming language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Development environment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analysis and experimentation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Visualization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loading, cleaning and preprocessing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Numerical data processing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visualization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Statistical visualization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Machine learning implementation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 yield prediction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Saving and loading the trained ML model </a:t>
            </a: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7C41E-4460-FD1C-DB10-0F9798EBB85A}"/>
              </a:ext>
            </a:extLst>
          </p:cNvPr>
          <p:cNvSpPr txBox="1"/>
          <p:nvPr/>
        </p:nvSpPr>
        <p:spPr>
          <a:xfrm>
            <a:off x="6233022" y="926024"/>
            <a:ext cx="558567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Interactive web dashboard </a:t>
            </a: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Crop, country, year, rainfall, pesticides, temperature and yield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Market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State, district, market, commodity, arrival date and price information</a:t>
            </a:r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5FA36-A826-44AA-56B7-8D4333B9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3FF271-A2C5-36A7-00C5-6930C416F3E7}"/>
              </a:ext>
            </a:extLst>
          </p:cNvPr>
          <p:cNvSpPr txBox="1"/>
          <p:nvPr/>
        </p:nvSpPr>
        <p:spPr>
          <a:xfrm>
            <a:off x="3533688" y="31776"/>
            <a:ext cx="5124624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Tools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2C984-FE37-384B-89E5-9C6E3C22B2D6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738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441177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90" name="Content Box 90"/>
          <p:cNvSpPr txBox="1"/>
          <p:nvPr/>
        </p:nvSpPr>
        <p:spPr>
          <a:xfrm>
            <a:off x="795999" y="1370491"/>
            <a:ext cx="10600000" cy="4870917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Agricultural Platform: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crop, weather, yield prediction, and market data in one system.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Yield Prediction: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machine learning to estimate crop yield from agricultural and environmental factors.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Intelligence: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commodity price comparisons and market trends to understand price variations.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Presents predictions, graphs, and insights through a simple user-friendly interface.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raw agricultural datasets into easy-to-understand visual information for better decision-making.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Approach: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Covers the complete process from data collection → preprocessing → analysis → prediction → visualization.</a:t>
            </a:r>
          </a:p>
          <a:p>
            <a:pPr lvl="0"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AgriIntelligence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multiple agricultural analytics capabilities into a single end-to-end platform instead of addressing crop prediction, weather analysis, and market analytics separately.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F2374-EE84-C6C8-96F3-38F8378C85C5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57325" y="236804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796000" y="944690"/>
            <a:ext cx="10600000" cy="2176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Python, Pandas, Scikit-learn, Matplotlib/Seaborn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suitable for implementation.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publicly available crop and agricultural market datasets for analysis and model development.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mainly open-source tools and datasets, so implementation cost is low. development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can be completed within the academic project timeline through modular. </a:t>
            </a:r>
          </a:p>
          <a:p>
            <a:pPr lvl="0" algn="just"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Practicality: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crop-yield predictions, market analysis, and visual insights through a single dashboard.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50" name="Tim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38987"/>
              </p:ext>
            </p:extLst>
          </p:nvPr>
        </p:nvGraphicFramePr>
        <p:xfrm>
          <a:off x="796000" y="3242796"/>
          <a:ext cx="10600000" cy="343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8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Project Phase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Duration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Key Deliverable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00001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1: Requirement Analysis &amp; Data Collection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Finalized crop, weather and market datasets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2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2: Data Preprocessing &amp; EDA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Cleaned datasets and exploratory analysis results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3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3: ML Model Development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ML models for each prediction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4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4: Market Analytics &amp; Dashboard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dashboard with market insights and visualizations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5"/>
                  </a:ext>
                </a:extLst>
              </a:tr>
              <a:tr h="620000"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5: Testing, Evaluation &amp; Documentation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/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10-12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Validated results, final dashboard and project report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B80EFD-04E9-F043-7C2E-220D9A661D19}"/>
              </a:ext>
            </a:extLst>
          </p:cNvPr>
          <p:cNvSpPr txBox="1"/>
          <p:nvPr/>
        </p:nvSpPr>
        <p:spPr>
          <a:xfrm>
            <a:off x="11543251" y="6395797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22333-CE0C-C1A0-CBA1-78E5BE8406A7}"/>
              </a:ext>
            </a:extLst>
          </p:cNvPr>
          <p:cNvSpPr txBox="1"/>
          <p:nvPr/>
        </p:nvSpPr>
        <p:spPr>
          <a:xfrm>
            <a:off x="3707934" y="2659309"/>
            <a:ext cx="56122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F0072-1E51-9465-47E3-BC47CA65F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7412EC-5B19-9A42-7003-2445F3111BAF}"/>
              </a:ext>
            </a:extLst>
          </p:cNvPr>
          <p:cNvSpPr txBox="1"/>
          <p:nvPr/>
        </p:nvSpPr>
        <p:spPr>
          <a:xfrm>
            <a:off x="11039912" y="6237268"/>
            <a:ext cx="3830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32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1087</Words>
  <Application>Microsoft Office PowerPoint</Application>
  <PresentationFormat>Widescreen</PresentationFormat>
  <Paragraphs>168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Workflow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khethana ganta</cp:lastModifiedBy>
  <cp:revision>34</cp:revision>
  <dcterms:created xsi:type="dcterms:W3CDTF">2026-08-08T06:33:56Z</dcterms:created>
  <dcterms:modified xsi:type="dcterms:W3CDTF">2026-09-20T05:47:55Z</dcterms:modified>
</cp:coreProperties>
</file>